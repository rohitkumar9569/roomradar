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A2F5E">
              <a:alpha val="6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- MAJOR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RoomRadar: AI-Powered Room Rental and Booking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web application for room discovery, landlord listings, secure bookings, real-time chat, admin moderation and AI assistance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32004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F"/>
                </a:solidFill>
              </a:rPr>
              <a:t>Presented by: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[Your 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F"/>
                </a:solidFill>
              </a:rPr>
              <a:t>Guided by: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[Guide Name]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0AECF"/>
                </a:solidFill>
              </a:rPr>
              <a:t>Department of [Branch] | [College Name]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24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and Technology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124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Results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32120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Evaluation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205740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RoomRadar belongs to the prop-tech domain and solves room discovery, listing management, booking and communication problems through one digital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92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621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travellers and working professionals often depend on scattered offline brokers, incomplete listings and slow communication while searching for rental rooms.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435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1764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process lacks verified room information, fast filtering, transparent booking status, secure document handling and a single trusted channel for tenant-landlord communication.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560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907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role-based room rental platform where travellers can search and book rooms, landlords can manage listings, and admins can moderate trust and safety workflows.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703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721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4050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reduces manual effort, improves trust, supports faster decision making and provides a premium online rental experience for both tenants and landlords.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and Technology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Rental Marketplace Platforms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marketplaces improve reach and convenience, but local rental systems still need stronger verification, filtering and dispute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Search and Recommendations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search, radius filtering and sorting improve relevance when users search rooms near colleges, offices or preferred areas.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Systems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Socket-based chat improves user confidence by enabling direct communication, inquiry handling and booking-related notifications.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Safety Workflows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316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verified listings, reviews, upload validation and admin moderation reduce fraud, spam and booking disputes.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664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System /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Traveller, landlord, admin needs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2044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database, APIs, roles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0352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Express, MongoDB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08660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upload, auth, rate limits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5236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Output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syntax and flow checks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follows an iterative full-stack development approach: define modules, implement UI and APIs, connect workflows, harden edge cases and verify production readiness.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2120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Traveller, Landlord and Admin interfaces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 communicates with Express REST APIs and Socket.IO for real-time events.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-&gt; API Layer -&gt; Business Logic -&gt; Database/Storage -&gt; Notifications/AI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896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3258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3258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3624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 CSS, Framer Motion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0116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0482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JWT authentication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2286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6974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7340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 schemas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971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3832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419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chat and notifications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657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40690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0690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1056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upload validation and Cloudinary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43434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Module: RoomRadar chatbot and smart search assistance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and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screenshots of Home, Search, Booking, Landlord Dashboard and Admin Panel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modules include traveller search, room details, booking requests, landlord listing management, admin moderation, inbox, chatbot and support tickets.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088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0" y="1435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7452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911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 Booking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7340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Notifications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52044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5570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0" y="3904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Syntax Checks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client production build passed successfully and server JavaScript syntax checks completed without errors.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Testing and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22860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/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868680"/>
            <a:ext cx="1828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88696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1828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88696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868680"/>
            <a:ext cx="22860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8869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2984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TC-01: Login and Role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28016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298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dashboard opens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8016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98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Traveller, landlord and admin routes protected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2984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87452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8928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TC-02: Location Search and Filters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187452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8928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update by city, radius and filters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87452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928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state and query results refreshed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7452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8928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871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TC-03: Booking Request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246888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4871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rooms and dates accepted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46888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4871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terms, ID proof and future move-in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46888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4871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815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TC-04: Chat and Inquiry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06324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081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reaches landlord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06324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081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and conversation flow connected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06324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0815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6758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TC-05: Upload Validation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0" y="365760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files rejected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65760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type and size checks applied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365760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6758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and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3200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2062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RoomRadar successfully provides a complete digital rental workflow for room discovery, listing management, booking, chat and support.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improves transparency through verified listings, reviews, protected booking steps and admin moderation.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structured with reusable frontend components, REST APIs, MongoDB models and real-time communication.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verification shows the client production build and server syntax checks pass successfully.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3200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complete system on cloud infrastructure with production monitoring.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93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online payment gateway and automated payout settlement.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505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Android/iOS mobile apps for faster adoption.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077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AI recommendation, multilingual chatbot support and analytics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React Documentation and Vite Documentation: https://react.dev/ | https://vite.dev/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Express.js Documentation: https://expressjs.com/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MongoDB and Mongoose Documentation: https://www.mongodb.com/docs/ | https://mongoosejs.com/docs/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Socket.IO Documentation: https://socket.io/docs/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Cloudinary Documentation: https://cloudinary.com/documentation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OWASP Web Application Security Guidelines: https://owasp.org/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2F5E">
              <a:alpha val="7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A2F5E">
              <a:alpha val="6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Discussions Welcome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[Your Name]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 | 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[email@example.com]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 | 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Roll No: [XXXXXX]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[Branch] | [College Name]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 Final Year Major Project</dc:title>
  <dc:subject>PptxGenJS Presentation</dc:subject>
  <dc:creator>PptxGenJS</dc:creator>
  <cp:lastModifiedBy>PptxGenJS</cp:lastModifiedBy>
  <cp:revision>1</cp:revision>
  <dcterms:created xsi:type="dcterms:W3CDTF">2026-05-21T09:35:09Z</dcterms:created>
  <dcterms:modified xsi:type="dcterms:W3CDTF">2026-05-21T09:35:09Z</dcterms:modified>
</cp:coreProperties>
</file>